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B4"/>
                </a:solidFill>
                <a:latin typeface="Calibri"/>
              </a:defRPr>
            </a:pPr>
            <a:r>
              <a:t>Tri-Netra AI: Advanced Brain Tumor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D2E6"/>
                </a:solidFill>
                <a:latin typeface="Calibri"/>
              </a:defRPr>
            </a:pPr>
            <a:r>
              <a:t>           Presented By :- Anannya Vyas</a:t>
            </a:r>
            <a:br/>
            <a:br/>
            <a:r>
              <a:t>    Roll No :-             230099500306</a:t>
            </a:r>
            <a:br/>
            <a:r>
              <a:t>                             </a:t>
            </a:r>
            <a:br/>
            <a:r>
              <a:t>                                 Institution:-      National Institute of Electronics</a:t>
            </a:r>
            <a:br/>
            <a:r>
              <a:t>                                                    &amp; Information Technology </a:t>
            </a:r>
            <a:br/>
            <a:r>
              <a:t>                                                 (NIELIT), Chandigarh</a:t>
            </a:r>
            <a:br/>
            <a:r>
              <a:t>                                                 (in association with IIT Ropar)</a:t>
            </a:r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C8B4"/>
                </a:solidFill>
                <a:latin typeface="Calibri"/>
              </a:defRPr>
            </a:pPr>
            <a:r>
              <a:t>Introduction To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D2E6"/>
                </a:solidFill>
                <a:latin typeface="Calibri"/>
              </a:defRPr>
            </a:pPr>
            <a:r>
              <a:t>Tri-Netra AI is an advanced, research-grade brain tumor detection and analysis system</a:t>
            </a:r>
            <a:br/>
            <a:r>
              <a:t>built using deep learning, medical image segmentation, and layered LLM reporting.</a:t>
            </a:r>
            <a:br/>
            <a:br/>
            <a:r>
              <a:t>The system processes 2D MRI brain scans and provides:</a:t>
            </a:r>
            <a:br/>
            <a:r>
              <a:t>• Automated tumor detection using a 4-detector ensemble</a:t>
            </a:r>
            <a:br/>
            <a:r>
              <a:t>• Precise tumor segmentation using Cascade Attention U-Net</a:t>
            </a:r>
            <a:br/>
            <a:r>
              <a:t>• Deterministic radiology-grade feature extraction</a:t>
            </a:r>
            <a:br/>
            <a:r>
              <a:t>• Citation-checked differential diagnosis via layered LLM pipeline</a:t>
            </a:r>
            <a:br/>
            <a:r>
              <a:t>• Dual-mode interface: Patient-friendly + Doctor/Clinical dashboard</a:t>
            </a:r>
            <a:br/>
            <a:br/>
            <a:r>
              <a:t>Named after the "third eye" of Lord Shiva in Hindu mythology, Tri-Netra represents</a:t>
            </a:r>
            <a:br/>
            <a:r>
              <a:t>the ability to see what is invisible to the naked eye — detecting brain tumors early.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C8B4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D2E6"/>
                </a:solidFill>
                <a:latin typeface="Calibri"/>
              </a:defRPr>
            </a:pPr>
            <a:r>
              <a:t>1. Develop a multi-model ensemble for accurate brain tumor classification</a:t>
            </a:r>
            <a:br/>
            <a:r>
              <a:t>   (CNN + ResNet50 Transfer Learning + Vision Transformer) achieving 97-99% accuracy.</a:t>
            </a:r>
            <a:br/>
            <a:br/>
            <a:r>
              <a:t>2. Implement Cascade Attention U-Net segmentation with 0.91 Dice score</a:t>
            </a:r>
            <a:br/>
            <a:r>
              <a:t>   for precise tumor boundary delineation.</a:t>
            </a:r>
            <a:br/>
            <a:br/>
            <a:r>
              <a:t>3. Build a 4-signal advisory system (Pattern, Reconstruction, Outline, Asymmetry)</a:t>
            </a:r>
            <a:br/>
            <a:r>
              <a:t>   that requires 2+ detector agreement for diagnosis.</a:t>
            </a:r>
            <a:br/>
            <a:br/>
            <a:r>
              <a:t>4. Create a deterministic radiology report with zero hallucination guarantee,</a:t>
            </a:r>
            <a:br/>
            <a:r>
              <a:t>   extracting 8 clinical feature domains from segmented regions.</a:t>
            </a:r>
            <a:br/>
            <a:br/>
            <a:r>
              <a:t>5. Design dual-mode UI: Patient mode (simple language, risk scores, AI chatbot)</a:t>
            </a:r>
            <a:br/>
            <a:r>
              <a:t>   and Doctor mode (clinical dashboard, batch upload, PDF reports).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C8B4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D2E6"/>
                </a:solidFill>
                <a:latin typeface="Calibri"/>
              </a:defRPr>
            </a:pPr>
            <a:r>
              <a:t>Brain tumors are among the most life-threatening conditions, with approximately</a:t>
            </a:r>
            <a:br/>
            <a:r>
              <a:t>308,000 new cases diagnosed worldwide each year. Early and accurate detection</a:t>
            </a:r>
            <a:br/>
            <a:r>
              <a:t>is critical for patient survival.</a:t>
            </a:r>
            <a:br/>
            <a:br/>
            <a:r>
              <a:t>Current Challenges:</a:t>
            </a:r>
            <a:br/>
            <a:r>
              <a:t>• Manual MRI analysis is time-consuming and prone to inter-observer variability</a:t>
            </a:r>
            <a:br/>
            <a:r>
              <a:t>• Radiologist shortages in developing countries delay diagnosis</a:t>
            </a:r>
            <a:br/>
            <a:r>
              <a:t>• Existing AI tools often produce hallucinated or unreliable reports</a:t>
            </a:r>
            <a:br/>
            <a:r>
              <a:t>• Most systems lack transparency in how they arrive at decisions</a:t>
            </a:r>
            <a:br/>
            <a:r>
              <a:t>• Patient-facing tools are overly technical and anxiety-inducing</a:t>
            </a:r>
            <a:br/>
            <a:br/>
            <a:r>
              <a:t>Tri-Netra AI addresses these by providing a transparent, multi-detector</a:t>
            </a:r>
            <a:br/>
            <a:r>
              <a:t>ensemble with guaranteed zero-hallucination reports and a patient-friendly</a:t>
            </a:r>
            <a:br/>
            <a:r>
              <a:t>interface that explains results in simple, empathetic language.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C8B4"/>
                </a:solidFill>
                <a:latin typeface="Calibri"/>
              </a:defRPr>
            </a:pPr>
            <a:r>
              <a:t>Tech Stack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2E6"/>
                </a:solidFill>
                <a:latin typeface="Calibri"/>
              </a:defRPr>
            </a:pPr>
            <a:r>
              <a:t>Languages:</a:t>
            </a:r>
            <a:br/>
            <a:r>
              <a:t>  • Python (backend, ML models)</a:t>
            </a:r>
            <a:br/>
            <a:r>
              <a:t>  • JavaScript (frontend dashboard)</a:t>
            </a:r>
            <a:br/>
            <a:r>
              <a:t>  • HTML/CSS (UI design)</a:t>
            </a:r>
            <a:br/>
            <a:br/>
            <a:r>
              <a:t>AI/ML Frameworks:</a:t>
            </a:r>
            <a:br/>
            <a:r>
              <a:t>  • PyTorch (model training)</a:t>
            </a:r>
            <a:br/>
            <a:r>
              <a:t>  • ONNX Runtime (inference)</a:t>
            </a:r>
            <a:br/>
            <a:r>
              <a:t>  • segmentation-models-pytorch</a:t>
            </a:r>
            <a:br/>
            <a:r>
              <a:t>  • Hugging Face Transformers</a:t>
            </a:r>
            <a:br/>
            <a:r>
              <a:t>  • OpenCV, NumPy, Pillow</a:t>
            </a:r>
            <a:br/>
            <a:br/>
            <a:r>
              <a:t>Models:</a:t>
            </a:r>
            <a:br/>
            <a:r>
              <a:t>  • CNN Classifier (custom)</a:t>
            </a:r>
            <a:br/>
            <a:r>
              <a:t>  • ResNet50 Transfer Learning</a:t>
            </a:r>
            <a:br/>
            <a:r>
              <a:t>  • Vision Transformer (ViT)</a:t>
            </a:r>
            <a:br/>
            <a:r>
              <a:t>  • Cascade Attention U-Net (v5/v8)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2E6"/>
                </a:solidFill>
                <a:latin typeface="Calibri"/>
              </a:defRPr>
            </a:pPr>
            <a:r>
              <a:t>Backend:</a:t>
            </a:r>
            <a:br/>
            <a:r>
              <a:t>  • Custom HTTP Server (Python)</a:t>
            </a:r>
            <a:br/>
            <a:r>
              <a:t>  • Groq API (LLM chatbot)</a:t>
            </a:r>
            <a:br/>
            <a:r>
              <a:t>  • FPDF2 (PDF generation)</a:t>
            </a:r>
            <a:br/>
            <a:br/>
            <a:r>
              <a:t>Frontend:</a:t>
            </a:r>
            <a:br/>
            <a:r>
              <a:t>  • Vanilla JS (no framework)</a:t>
            </a:r>
            <a:br/>
            <a:r>
              <a:t>  • CSS3 with glassmorphism</a:t>
            </a:r>
            <a:br/>
            <a:r>
              <a:t>  • Real-time WebSocket status</a:t>
            </a:r>
            <a:br/>
            <a:br/>
            <a:r>
              <a:t>Deployment:</a:t>
            </a:r>
            <a:br/>
            <a:r>
              <a:t>  • Hugging Face Spaces</a:t>
            </a:r>
            <a:br/>
            <a:r>
              <a:t>  • Docker containerized</a:t>
            </a:r>
            <a:br/>
            <a:r>
              <a:t>  • ONNX CPU-only runtime</a:t>
            </a:r>
            <a:br/>
            <a:br/>
            <a:r>
              <a:t>Datasets:</a:t>
            </a:r>
            <a:br/>
            <a:r>
              <a:t>  • BraTS 2020 (segmentation)</a:t>
            </a:r>
            <a:br/>
            <a:r>
              <a:t>  • Kaggle Brain Tumor (classifiers)</a:t>
            </a:r>
            <a:br/>
            <a:r>
              <a:t>  • 246-sample OOD benchmark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C8B4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2E6"/>
                </a:solidFill>
                <a:latin typeface="Calibri"/>
              </a:defRPr>
            </a:pPr>
            <a:r>
              <a:t>Pipeline Flow:</a:t>
            </a:r>
            <a:br/>
            <a:br/>
            <a:r>
              <a:t>  Step 1: Upload &amp; Normalize</a:t>
            </a:r>
            <a:br/>
            <a:r>
              <a:t>     MRI slice (PNG/JPG) → resize to 256×256, ImageNet-normalize</a:t>
            </a:r>
            <a:br/>
            <a:br/>
            <a:r>
              <a:t>  Step 2: Cascade Segmentation</a:t>
            </a:r>
            <a:br/>
            <a:r>
              <a:t>     Auto-detect grayscale vs multi-modal → route to T1c or v3 model</a:t>
            </a:r>
            <a:br/>
            <a:r>
              <a:t>     4-way TTA averaging + largest-component filter</a:t>
            </a:r>
            <a:br/>
            <a:br/>
            <a:r>
              <a:t>  Step 3: 4-Signal Ensemble Advisory</a:t>
            </a:r>
            <a:br/>
            <a:r>
              <a:t>     Pattern Detector (v9c) + Reconstruction (ANDI) + Outline Drawer (v8) + Asymmetry</a:t>
            </a:r>
            <a:br/>
            <a:r>
              <a:t>     Rule: ≥2 of 4 must agree on same region for TUMOR verdict</a:t>
            </a:r>
            <a:br/>
            <a:br/>
            <a:r>
              <a:t>  Step 4: Deterministic Feature Extraction</a:t>
            </a:r>
            <a:br/>
            <a:r>
              <a:t>     Geometry, intensity, texture, morphology, mass effect, internal architecture,</a:t>
            </a:r>
            <a:br/>
            <a:r>
              <a:t>     grade-evidence scoring — all computed from measured pixel data</a:t>
            </a:r>
            <a:br/>
            <a:br/>
            <a:r>
              <a:t>  Step 5: Layered LLM Report (optional)</a:t>
            </a:r>
            <a:br/>
            <a:r>
              <a:t>     Pattern A polish → Pattern B differential → Pattern C/D vision observer</a:t>
            </a:r>
            <a:br/>
            <a:r>
              <a:t>     Every LLM claim validated against measured features → zero hallucination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C8B4"/>
                </a:solidFill>
                <a:latin typeface="Calibri"/>
              </a:defRPr>
            </a:pPr>
            <a:r>
              <a:t>4-Detector Ensemble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D2E6"/>
                </a:solidFill>
                <a:latin typeface="Calibri"/>
              </a:defRPr>
            </a:pPr>
            <a:r>
              <a:t>Pattern Detector (v9c)</a:t>
            </a:r>
            <a:br/>
            <a:r>
              <a:t>  Compares regions to healthy brains</a:t>
            </a:r>
            <a:br/>
            <a:r>
              <a:t>  Score: 0-1 probability</a:t>
            </a:r>
            <a:br/>
            <a:br/>
            <a:r>
              <a:t>Reconstruction Detector (ANDI)</a:t>
            </a:r>
            <a:br/>
            <a:r>
              <a:t>  Tries to redraw the scan, flags</a:t>
            </a:r>
            <a:br/>
            <a:r>
              <a:t>  areas where it struggles</a:t>
            </a:r>
            <a:br/>
            <a:br/>
            <a:r>
              <a:t>Tumor Outline Drawer (v8)</a:t>
            </a:r>
            <a:br/>
            <a:r>
              <a:t>  U-Net trained to outline tumors</a:t>
            </a:r>
            <a:br/>
            <a:r>
              <a:t>  Measures area in pixels</a:t>
            </a:r>
            <a:br/>
            <a:br/>
            <a:r>
              <a:t>Asymmetry Detector</a:t>
            </a:r>
            <a:br/>
            <a:r>
              <a:t>  Compares left vs right brain</a:t>
            </a:r>
            <a:br/>
            <a:r>
              <a:t>  hemisphere for structural shifts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D2E6"/>
                </a:solidFill>
                <a:latin typeface="Calibri"/>
              </a:defRPr>
            </a:pPr>
            <a:r>
              <a:t>Decision Rule:</a:t>
            </a:r>
            <a:br/>
            <a:br/>
            <a:r>
              <a:t>  "At least 2 of 4 detectors must</a:t>
            </a:r>
            <a:br/>
            <a:r>
              <a:t>   agree on the same region"</a:t>
            </a:r>
            <a:br/>
            <a:br/>
            <a:r>
              <a:t>Operating Points:</a:t>
            </a:r>
            <a:br/>
            <a:r>
              <a:t>  • Balanced (default)</a:t>
            </a:r>
            <a:br/>
            <a:r>
              <a:t>  • High Recall</a:t>
            </a:r>
            <a:br/>
            <a:r>
              <a:t>  • High Precision</a:t>
            </a:r>
            <a:br/>
            <a:br/>
            <a:r>
              <a:t>Confidence Bands:</a:t>
            </a:r>
            <a:br/>
            <a:r>
              <a:t>  • HIGH — multiple detectors agreed</a:t>
            </a:r>
            <a:br/>
            <a:r>
              <a:t>  • LOW — only one branch agreed</a:t>
            </a:r>
            <a:br/>
            <a:br/>
            <a:r>
              <a:t>Review Flag:</a:t>
            </a:r>
            <a:br/>
            <a:r>
              <a:t>  Automatically flags cases where</a:t>
            </a:r>
            <a:br/>
            <a:r>
              <a:t>  radiologist review is recommended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C8B4"/>
                </a:solidFill>
                <a:latin typeface="Calibri"/>
              </a:defRPr>
            </a:pPr>
            <a:r>
              <a:t>Patient Mode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D2E6"/>
                </a:solidFill>
                <a:latin typeface="Calibri"/>
              </a:defRPr>
            </a:pPr>
            <a:r>
              <a:t>• Simple, anxiety-reducing interface with clear verdict display</a:t>
            </a:r>
            <a:br/>
            <a:r>
              <a:t>• Dynamic risk scoring (Low / Medium / High) based on tumor geometry</a:t>
            </a:r>
            <a:br/>
            <a:r>
              <a:t>• Personalized follow-up recommendations (not static text)</a:t>
            </a:r>
            <a:br/>
            <a:r>
              <a:t>• AI Chatbot "Neuro" powered by Groq LLM — conversational, empathetic</a:t>
            </a:r>
            <a:br/>
            <a:r>
              <a:t>• Multi-language support (English, Hindi, Punjabi)</a:t>
            </a:r>
            <a:br/>
            <a:r>
              <a:t>• One-click PDF report download for doctor consultation</a:t>
            </a:r>
            <a:br/>
            <a:r>
              <a:t>• Email sharing via .eml file generation</a:t>
            </a:r>
            <a:br/>
            <a:br/>
            <a:r>
              <a:t>The chatbot uses scan context to answer questions intelligently,</a:t>
            </a:r>
            <a:br/>
            <a:r>
              <a:t>not with generic "consult your doctor" responses.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C8B4"/>
                </a:solidFill>
                <a:latin typeface="Calibri"/>
              </a:defRPr>
            </a:pPr>
            <a:r>
              <a:t>Doctor Mode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D2E6"/>
                </a:solidFill>
                <a:latin typeface="Calibri"/>
              </a:defRPr>
            </a:pPr>
            <a:r>
              <a:t>• Full clinical dashboard with segmentation overlays and heatmaps</a:t>
            </a:r>
            <a:br/>
            <a:r>
              <a:t>• AI Detector Summary with 4-signal states and confidence bands</a:t>
            </a:r>
            <a:br/>
            <a:r>
              <a:t>• Batch upload for processing multiple MRIs sequentially</a:t>
            </a:r>
            <a:br/>
            <a:r>
              <a:t>• Deterministic Radiology Report with 8 clinical feature domains</a:t>
            </a:r>
            <a:br/>
            <a:r>
              <a:t>• Conformal Counterfactual Analysis (novel research feature)</a:t>
            </a:r>
            <a:br/>
            <a:r>
              <a:t>• MedSAM Refinement for segmentation boundary improvement</a:t>
            </a:r>
            <a:br/>
            <a:r>
              <a:t>• Export: JSON, CSV, PDF, Print, and Email sharing</a:t>
            </a:r>
            <a:br/>
            <a:r>
              <a:t>• Uncertainty quantification (epistemic + aleatoric)</a:t>
            </a:r>
            <a:br/>
            <a:r>
              <a:t>• Robustness scoring (decision boundary distance)</a:t>
            </a:r>
            <a:br/>
            <a:r>
              <a:t>• Longitudinal volume tracking with growth velocity</a:t>
            </a:r>
            <a:br/>
            <a:r>
              <a:t>• Recent scans sidebar with session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C8B4"/>
                </a:solidFill>
                <a:latin typeface="Calibri"/>
              </a:defRPr>
            </a:pPr>
            <a:r>
              <a:t>Results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D2E6"/>
                </a:solidFill>
                <a:latin typeface="Calibri"/>
              </a:defRPr>
            </a:pPr>
            <a:r>
              <a:t>Classification:</a:t>
            </a:r>
            <a:br/>
            <a:r>
              <a:t>  • CNN: 97% accuracy</a:t>
            </a:r>
            <a:br/>
            <a:r>
              <a:t>  • Transfer Learning: 98% accuracy</a:t>
            </a:r>
            <a:br/>
            <a:r>
              <a:t>  • Vision Transformer: 99% accuracy</a:t>
            </a:r>
            <a:br/>
            <a:br/>
            <a:r>
              <a:t>Segmentation:</a:t>
            </a:r>
            <a:br/>
            <a:r>
              <a:t>  • Dice Score: 0.91</a:t>
            </a:r>
            <a:br/>
            <a:r>
              <a:t>  • BraTS 2020 test split</a:t>
            </a:r>
            <a:br/>
            <a:br/>
            <a:r>
              <a:t>Inference:</a:t>
            </a:r>
            <a:br/>
            <a:r>
              <a:t>  • ~30ms per scan (ONNX CPU)</a:t>
            </a:r>
            <a:br/>
            <a:r>
              <a:t>  • Full pipeline: ~1-2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D2E6"/>
                </a:solidFill>
                <a:latin typeface="Calibri"/>
              </a:defRPr>
            </a:pPr>
            <a:r>
              <a:t>Safety:</a:t>
            </a:r>
            <a:br/>
            <a:r>
              <a:t>  • Zero hallucination guarantee</a:t>
            </a:r>
            <a:br/>
            <a:r>
              <a:t>    (deterministic-only mode)</a:t>
            </a:r>
            <a:br/>
            <a:r>
              <a:t>  • 0.13% FP rate on healthy scans</a:t>
            </a:r>
            <a:br/>
            <a:r>
              <a:t>  • Mask suppression gate for FPs</a:t>
            </a:r>
            <a:br/>
            <a:br/>
            <a:r>
              <a:t>Evaluation:</a:t>
            </a:r>
            <a:br/>
            <a:r>
              <a:t>  • 246-sample OOD benchmark</a:t>
            </a:r>
            <a:br/>
            <a:r>
              <a:t>  • 4-signal agreement required</a:t>
            </a:r>
            <a:br/>
            <a:br/>
            <a:r>
              <a:t>Deployment:</a:t>
            </a:r>
            <a:br/>
            <a:r>
              <a:t>  • Hugging Face Spaces (live)</a:t>
            </a:r>
            <a:br/>
            <a:r>
              <a:t>  • Docker containerized</a:t>
            </a:r>
            <a:br/>
            <a:r>
              <a:t>  • CPU-only (no GPU needed)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C8B4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D2E6"/>
                </a:solidFill>
                <a:latin typeface="Calibri"/>
              </a:defRPr>
            </a:pPr>
            <a:r>
              <a:t>Tri-Netra AI demonstrates that a transparent, multi-detector ensemble approach</a:t>
            </a:r>
            <a:br/>
            <a:r>
              <a:t>can achieve high accuracy (97-99%) while maintaining zero hallucination guarantees.</a:t>
            </a:r>
            <a:br/>
            <a:br/>
            <a:r>
              <a:t>Key Contributions:</a:t>
            </a:r>
            <a:br/>
            <a:r>
              <a:t>• First unified framework combining conformal segmentation with counterfactual</a:t>
            </a:r>
            <a:br/>
            <a:r>
              <a:t>  analysis for brain tumor MRI</a:t>
            </a:r>
            <a:br/>
            <a:r>
              <a:t>• 4-signal advisory system requiring multi-detector agreement</a:t>
            </a:r>
            <a:br/>
            <a:r>
              <a:t>• Dual-mode interface serving both patients and clinicians</a:t>
            </a:r>
            <a:br/>
            <a:r>
              <a:t>• Deterministic radiology reports with citation-checked differentials</a:t>
            </a:r>
            <a:br/>
            <a:br/>
            <a:r>
              <a:t>The system bridges the gap between AI research and clinical usability,</a:t>
            </a:r>
            <a:br/>
            <a:r>
              <a:t>making brain tumor analysis accessible while maintaining scientific rigor.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C8B4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D2E6"/>
                </a:solidFill>
                <a:latin typeface="Calibri"/>
              </a:defRPr>
            </a:pPr>
            <a:r>
              <a:t>• 3D Volumetric Analysis — Process full 3D MRI volumes (NIfTI format)</a:t>
            </a:r>
            <a:br/>
            <a:r>
              <a:t>• Multi-modal Fusion — Combine T1, T1c, T2, FLAIR sequences</a:t>
            </a:r>
            <a:br/>
            <a:r>
              <a:t>• Federated Learning — Train across hospitals without sharing patient data</a:t>
            </a:r>
            <a:br/>
            <a:r>
              <a:t>• Clinical Trial Integration — DICOM support and PACS connectivity</a:t>
            </a:r>
            <a:br/>
            <a:r>
              <a:t>• Mobile App — On-device inference for remote/rural areas</a:t>
            </a:r>
            <a:br/>
            <a:r>
              <a:t>• Longitudinal Tracking — Real scan-over-time tumor growth monitoring</a:t>
            </a:r>
            <a:br/>
            <a:r>
              <a:t>• WHO Grading — Automated tumor grading (Grade I-IV) from histological features</a:t>
            </a:r>
            <a:br/>
            <a:r>
              <a:t>• Regulatory Pathway — Work towards CE/FDA clearance as a clinical decision support tool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22860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C8B4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4114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6A0B4"/>
                </a:solidFill>
                <a:latin typeface="Calibri"/>
              </a:defRPr>
            </a:pPr>
            <a:r>
              <a:t>Anannya Vyas  |  NIELIT Chandigarh  |  2025-26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6E82"/>
                </a:solidFill>
                <a:latin typeface="Calibri"/>
              </a:defRPr>
            </a:pPr>
            <a:r>
              <a:t>GitHub: github.com/Anannya-Vyas/Tri-Netra-AI</a:t>
            </a:r>
            <a:br/>
            <a:r>
              <a:t>Hugging Face: huggingface.co/spaces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