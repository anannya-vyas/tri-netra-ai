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C8B4"/>
                </a:solidFill>
              </a:defRPr>
            </a:pPr>
            <a:r>
              <a:t>Tri-Netra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0">
                <a:solidFill>
                  <a:srgbClr val="DCE6F0"/>
                </a:solidFill>
              </a:defRPr>
            </a:pPr>
            <a:r>
              <a:t>Advanced Brain Tumor Detection &amp; Analysis</a:t>
            </a:r>
          </a:p>
        </p:txBody>
      </p:sp>
      <p:pic>
        <p:nvPicPr>
          <p:cNvPr id="4" name="Picture 3" descr="landing_page_17826991242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440" y="2286000"/>
            <a:ext cx="7700211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96A0B4"/>
                </a:solidFill>
              </a:defRPr>
            </a:pPr>
            <a:r>
              <a:t>Anannya Vyas | Roll No. 9 | CCET, Chandigarh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00C8B4"/>
                </a:solidFill>
              </a:defRPr>
            </a:pPr>
            <a:r>
              <a:t>System Architecture &amp; Blueprint</a:t>
            </a:r>
          </a:p>
        </p:txBody>
      </p:sp>
      <p:pic>
        <p:nvPicPr>
          <p:cNvPr id="3" name="Picture 2" descr="media_911553d0-5a61-4946-9ac9-de9c4cdc3ca2_178270279536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097280"/>
            <a:ext cx="11550316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00C8B4"/>
                </a:solidFill>
              </a:defRPr>
            </a:pPr>
            <a:r>
              <a:t>Patient Mode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5720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t>• Simplified risk scoring</a:t>
            </a:r>
            <a:br/>
            <a:r>
              <a:t>• Empathetic language</a:t>
            </a:r>
            <a:br/>
            <a:r>
              <a:t>• Multi-lingual AI Chatbot ("Neuro")</a:t>
            </a:r>
            <a:br/>
            <a:r>
              <a:t>• Reduces patient anxiety</a:t>
            </a:r>
            <a:br/>
            <a:r>
              <a:t>• Instant PDF report generation</a:t>
            </a:r>
          </a:p>
        </p:txBody>
      </p:sp>
      <p:pic>
        <p:nvPicPr>
          <p:cNvPr id="4" name="Picture 3" descr="patient_mode_initial_17826840395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097280"/>
            <a:ext cx="6400800" cy="30403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00C8B4"/>
                </a:solidFill>
              </a:defRPr>
            </a:pPr>
            <a:r>
              <a:t>Doctor Mode &amp; Clinical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5720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t>• Interactive Segmentation Overlays</a:t>
            </a:r>
            <a:br/>
            <a:r>
              <a:t>• 4-Signal Ensemble Confidence Tracking</a:t>
            </a:r>
            <a:br/>
            <a:r>
              <a:t>• Deterministic Feature Extraction</a:t>
            </a:r>
            <a:br/>
            <a:r>
              <a:t>• Layered LLM Zero-Hallucination Report</a:t>
            </a:r>
          </a:p>
        </p:txBody>
      </p:sp>
      <p:pic>
        <p:nvPicPr>
          <p:cNvPr id="4" name="Picture 3" descr="doctor_view_layout_17826839293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097280"/>
            <a:ext cx="6400800" cy="30403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