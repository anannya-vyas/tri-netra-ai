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B4"/>
                </a:solidFill>
              </a:defRPr>
            </a:pPr>
            <a:r>
              <a:t>Tri-Netra AI: Advanced Brain Tumor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C8D2E6"/>
                </a:solidFill>
              </a:defRPr>
            </a:pPr>
            <a:r>
              <a:t>Anannya Vyas | Roll No. 9</a:t>
            </a:r>
            <a:br/>
            <a:r>
              <a:t>CCET, Chandigarh</a:t>
            </a:r>
            <a:br/>
            <a:r>
              <a:t>Training: NIELIT Chandigarh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C8B4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media_911553d0-5a61-4946-9ac9-de9c4cdc3ca2_1782702795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1058778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C8B4"/>
                </a:solidFill>
              </a:defRPr>
            </a:pPr>
            <a:r>
              <a:t>Results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DCE6F0"/>
                </a:solidFill>
              </a:defRPr>
            </a:pPr>
            <a:r>
              <a:t>Models &amp; Accuracy:</a:t>
            </a:r>
            <a:br/>
            <a:r>
              <a:t>• Custom CNN: 97.50% (Fast)</a:t>
            </a:r>
            <a:br/>
            <a:r>
              <a:t>• Transfer Learning (ResNet50): 98.25%</a:t>
            </a:r>
            <a:br/>
            <a:r>
              <a:t>• Vision Transformer (ViT): 98.00% (ROC AUC 0.9975)</a:t>
            </a:r>
            <a:br/>
            <a:br/>
            <a:r>
              <a:t>Key Innovations:</a:t>
            </a:r>
            <a:br/>
            <a:r>
              <a:t>• Zero Hallucination LLM Reporting</a:t>
            </a:r>
            <a:br/>
            <a:r>
              <a:t>• Ensemble rule verification</a:t>
            </a:r>
            <a:br/>
            <a:r>
              <a:t>• Conformal Prediction for 90% coverage guarantee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